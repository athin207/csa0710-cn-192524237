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4023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3600" b="1">
                <a:solidFill>
                  <a:srgbClr val="1C5BAA"/>
                </a:solidFill>
                <a:latin typeface="Arial"/>
              </a:defRPr>
            </a:pPr>
            <a:r>
              <a:t>SIMATS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713232"/>
            <a:ext cx="393192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2400" b="0">
                <a:solidFill>
                  <a:srgbClr val="1C5BAA"/>
                </a:solidFill>
                <a:latin typeface="Arial"/>
              </a:defRPr>
            </a:pPr>
            <a:r>
              <a:t>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115568"/>
            <a:ext cx="3977639" cy="22860"/>
          </a:xfrm>
          <a:prstGeom prst="rect">
            <a:avLst/>
          </a:prstGeom>
          <a:solidFill>
            <a:srgbClr val="1C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118872"/>
            <a:ext cx="480060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3800" b="1">
                <a:solidFill>
                  <a:srgbClr val="1C5BAA"/>
                </a:solidFill>
                <a:latin typeface="Arial"/>
              </a:defRPr>
            </a:pPr>
            <a:r>
              <a:t>SIMATS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31152" y="749808"/>
            <a:ext cx="48006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0">
                <a:solidFill>
                  <a:srgbClr val="464646"/>
                </a:solidFill>
                <a:latin typeface="Arial"/>
              </a:defRPr>
            </a:pPr>
            <a:r>
              <a:t>Saveetha Institute of Medical And Technical 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31152" y="1005840"/>
            <a:ext cx="48006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800" b="0">
                <a:solidFill>
                  <a:srgbClr val="464646"/>
                </a:solidFill>
                <a:latin typeface="Arial"/>
              </a:defRPr>
            </a:pPr>
            <a:r>
              <a:t>(Declared as Deemed to be University under Section 3 of UGC Act 1956)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331720"/>
            <a:ext cx="832104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CSA0710 – COMPUTER NETWORKS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944368"/>
            <a:ext cx="781812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</a:defRPr>
            </a:pPr>
            <a:r>
              <a:t>TECHNICAL PRESENTATION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1033272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rial"/>
              </a:defRPr>
            </a:pPr>
            <a:r>
              <a:t>Network Function Virtualization (NFV) and the OSI</a:t>
            </a:r>
            <a:br/>
            <a: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5257800"/>
            <a:ext cx="411480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</a:defRPr>
            </a:pPr>
            <a:r>
              <a:rPr b="1"/>
              <a:t>GUIDED BY</a:t>
            </a:r>
            <a:br/>
            <a:r>
              <a:t>Dr. R. Shankar</a:t>
            </a:r>
            <a:br/>
            <a:r>
              <a:t>SIMATS PROFESSOR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5440680"/>
            <a:ext cx="292608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Arial"/>
              </a:defRPr>
            </a:pPr>
            <a:r>
              <a:rPr b="1"/>
              <a:t>PRESENTED BY</a:t>
            </a:r>
            <a:br/>
            <a:r>
              <a:t>ATHIN SIVA S</a:t>
            </a:r>
            <a:br/>
            <a:r>
              <a:t>192524237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8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Presentation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73152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COMPUTER NETWORKS  /  NFV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72768"/>
            <a:ext cx="1095451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74519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847088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Define Network Function Virtualization (NFV)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679191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651760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Understand the purpose of the OSI reference model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48386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456432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Map virtual network functions to OSI layers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28853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4261104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Explain NFV architecture and its main components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509320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5065776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Review benefits, challenges, use cases, and future trends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8961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B9C6CF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NETWORK FUNCTION VIRTUALIZATION  •  OSI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6419088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8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What Is Network Function Virtualization?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73152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COMPUTER NETWORKS  /  NFV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72768"/>
            <a:ext cx="1095451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74519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847088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NFV implements network functions as software instead of dedicated appliances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679191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651760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Functions run on standard servers, storage, and networking hardware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48386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456432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Examples include firewalls, routers, load balancers, and VPN gateways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28853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4261104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Software functions can be deployed, scaled, or moved more easily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509320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5065776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NFV separates network services from purpose-built hardware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8961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B9C6CF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NETWORK FUNCTION VIRTUALIZATION  •  OSI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6419088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8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Why Is NFV Needed?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73152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COMPUTER NETWORKS  /  NFV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72768"/>
            <a:ext cx="1095451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74519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847088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Traditional appliances can be expensive to purchase and maintain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679191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651760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Hardware upgrades may require physical installation and service interruptions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48386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456432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Traffic demand changes, requiring flexible capacity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28853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4261104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Different appliances can create complex vendor-specific environments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509320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5065776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NFV aims to improve agility, resource use, and service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8961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B9C6CF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NETWORK FUNCTION VIRTUALIZATION  •  OSI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6419088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8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The OSI Reference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73152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COMPUTER NETWORKS  /  NFV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72768"/>
            <a:ext cx="1095451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74519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847088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The OSI model describes communication in seven conceptual layers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679191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651760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Each layer has specific responsibilities and interfaces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48386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456432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Layer 7: Application — network services for applications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28853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4261104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Layers 6–5: Presentation and Session — data format and communication sessions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509320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5065776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Layers 4–1: Transport, Network, Data Link, and Physical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8961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B9C6CF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NETWORK FUNCTION VIRTUALIZATION  •  OSI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6419088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8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Seven OSI Layers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73152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COMPUTER NETWORKS  /  NFV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72768"/>
            <a:ext cx="1095451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74519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847088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Layer 7 — Application: HTTP, DNS, and user-facing network services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679191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651760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Layer 6 — Presentation: encoding, compression, and encryption formats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48386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456432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Layer 5 — Session: establishes, manages, and ends sessions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28853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4261104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Layer 4 — Transport: TCP/UDP delivery, ports, and reliability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509320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5065776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Layers 3–1 — Network, Data Link, and Physical: routing through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8961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B9C6CF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NETWORK FUNCTION VIRTUALIZATION  •  OSI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6419088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8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How NFV Relates to the OSI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73152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COMPUTER NETWORKS  /  NFV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72768"/>
            <a:ext cx="1095451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74519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847088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NFV is an architecture approach, not an eighth OSI layer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679191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651760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Virtual functions can operate at different OSI layers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48386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456432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Layer 2–3 functions include virtual switching and routing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28853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4261104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Layer 4–7 functions include load balancing, firewalls, and application delivery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509320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5065776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Physical connectivity still depends on network interface and transport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8961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B9C6CF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NETWORK FUNCTION VIRTUALIZATION  •  OSI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6419088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4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Examples of Virtual Network Functions (VNFs)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73152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COMPUTER NETWORKS  /  NFV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72768"/>
            <a:ext cx="1095451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74519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847088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Virtual router — forwards packets and supports routing protocols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679191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651760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Virtual firewall — filters traffic using security policies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48386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456432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Virtual load balancer — distributes requests across application servers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28853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4261104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Virtual WAN optimizer — improves performance over wide-area links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509320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5065776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Virtual broadband gateway — supports subscriber access and service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8961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B9C6CF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NETWORK FUNCTION VIRTUALIZATION  •  OSI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6419088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8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NFV Architecture: Main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73152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COMPUTER NETWORKS  /  NFV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72768"/>
            <a:ext cx="1095451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74519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847088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Virtual Network Function (VNF): software that performs a network task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679191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651760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NFV Infrastructure (NFVI): compute, storage, and networking resources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48386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456432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Virtualization layer: abstracts physical resources for software workloads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28853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4261104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Management and Orchestration (MANO): manages lifecycle and resources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509320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5065776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Element and service management: monitors function health and service behavior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8961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B9C6CF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NETWORK FUNCTION VIRTUALIZATION  •  OSI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6419088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8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NFV MANO and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73152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COMPUTER NETWORKS  /  NFV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72768"/>
            <a:ext cx="1095451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74519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847088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Onboarding: validate and register a VNF software package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679191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651760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Instantiation: allocate resources and start the network function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48386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456432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Configuration: apply policies, interfaces, and service parameters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28853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4261104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Monitoring and scaling: track performance and add or reduce capacity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509320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5065776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Termination: safely remove the function and release 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8961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B9C6CF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NETWORK FUNCTION VIRTUALIZATION  •  OSI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6419088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8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Example: Virtual Firewall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73152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COMPUTER NETWORKS  /  NFV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72768"/>
            <a:ext cx="1095451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74519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847088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Traffic enters the service chain from a customer or enterprise network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679191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651760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A virtual router directs packets to the virtual firewall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48386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456432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The firewall checks traffic against configured security rules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28853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4261104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Approved traffic proceeds to a load balancer or application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509320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5065776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Monitoring tools track throughput, alerts, and resource utilization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8961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B9C6CF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NETWORK FUNCTION VIRTUALIZATION  •  OSI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6419088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8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Benefits of NFV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73152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COMPUTER NETWORKS  /  NFV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72768"/>
            <a:ext cx="1095451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74519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847088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Lower dependence on specialized, single-purpose hardware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679191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651760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Faster deployment of new network services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48386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456432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Elastic scaling based on traffic and demand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28853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4261104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Centralized automation can simplify operations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509320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5065776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More flexible service design and resource allocation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8961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B9C6CF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NETWORK FUNCTION VIRTUALIZATION  •  OSI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6419088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8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Challenges and Security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73152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COMPUTER NETWORKS  /  NFV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72768"/>
            <a:ext cx="1095451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74519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847088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Performance may depend on workload placement and resource contention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679191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651760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Orchestration and integration can increase operational complexity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48386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456432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Virtualized functions need secure images, access control, and patching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28853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4261104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Fault isolation and high availability must be designed carefully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509320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5065776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Legacy systems and vendor interoperability can complicate migration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8961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B9C6CF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NETWORK FUNCTION VIRTUALIZATION  •  OSI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6419088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8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NFV Use Cases and Industry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73152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COMPUTER NETWORKS  /  NFV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72768"/>
            <a:ext cx="1095451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74519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847088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Telecommunications: virtualized core and access network functions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679191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651760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Enterprise networks: virtual firewalls, routers, and WAN services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48386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456432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Cloud data centers: software load balancing and traffic management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28853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4261104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5G networks: flexible deployment of core network functions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509320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5065776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Service providers: on-demand customer services and network slicing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8961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B9C6CF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NETWORK FUNCTION VIRTUALIZATION  •  OSI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6419088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1088136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8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Conclusion and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73152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COMPUTER NETWORKS  /  NFV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72768"/>
            <a:ext cx="10954512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74519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847088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NFV delivers network functions as software on shared infrastructure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679191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651760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The OSI model helps explain where network functions operate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48386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3456432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VNFs can span multiple OSI layers depending on their purpose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28853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4261104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NFV MANO supports deployment, monitoring, scaling, and lifecycle management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509320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182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5065776"/>
            <a:ext cx="946404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0">
                <a:solidFill>
                  <a:srgbClr val="F5F7F8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Successful NFV depends on security, performance, automation, and 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8961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B9C6CF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NETWORK FUNCTION VIRTUALIZATION  •  OSI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6419088"/>
            <a:ext cx="10058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1000" b="1">
                <a:solidFill>
                  <a:srgbClr val="27C4B0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